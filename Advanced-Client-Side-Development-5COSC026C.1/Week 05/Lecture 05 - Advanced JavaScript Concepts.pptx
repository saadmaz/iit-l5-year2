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59" r:id="rId10"/>
    <p:sldId id="266" r:id="rId11"/>
    <p:sldId id="268" r:id="rId12"/>
    <p:sldId id="261" r:id="rId13"/>
    <p:sldId id="278" r:id="rId14"/>
    <p:sldId id="269" r:id="rId15"/>
    <p:sldId id="279" r:id="rId16"/>
    <p:sldId id="280" r:id="rId17"/>
    <p:sldId id="282" r:id="rId18"/>
    <p:sldId id="284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6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D7D49-2C65-49AC-9B2D-625C7F52016D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A156D-6E2C-4931-ADF5-C176C3444A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0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Inside a function vs inside a function (strict) vs inside an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771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Maps, sets, array of objects etc. are also there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351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123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Global vs block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39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Global vs block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73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Arrow Functions do not have their own this keyword context, so rely on the enclosing scope</a:t>
            </a:r>
          </a:p>
          <a:p>
            <a:r>
              <a:rPr lang="en-GB" dirty="0"/>
              <a:t>ES6 (ECMAScript 2015) is the sixth edition of the ECMAScript language specification, introducing new features like let/</a:t>
            </a:r>
            <a:r>
              <a:rPr lang="en-GB" dirty="0" err="1"/>
              <a:t>const</a:t>
            </a:r>
            <a:r>
              <a:rPr lang="en-GB" dirty="0"/>
              <a:t>, arrow functions, classes, modules, template literals, and promises.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8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770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243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Shallow Copy vs Deep Copy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844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27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711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474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006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427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6629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8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0 is for the initial value </a:t>
            </a:r>
            <a:r>
              <a:rPr lang="en-GB" dirty="0" err="1"/>
              <a:t>acc</a:t>
            </a:r>
            <a:r>
              <a:rPr lang="en-GB" dirty="0"/>
              <a:t> (accumulator), </a:t>
            </a:r>
            <a:r>
              <a:rPr lang="en-GB" dirty="0" err="1"/>
              <a:t>curr</a:t>
            </a:r>
            <a:r>
              <a:rPr lang="en-GB" dirty="0"/>
              <a:t> is the current element of the array </a:t>
            </a:r>
            <a:br>
              <a:rPr lang="en-GB" dirty="0"/>
            </a:br>
            <a:r>
              <a:rPr lang="en-GB" dirty="0"/>
              <a:t>In each iteration: </a:t>
            </a:r>
            <a:r>
              <a:rPr lang="en-GB" dirty="0" err="1"/>
              <a:t>curr</a:t>
            </a:r>
            <a:r>
              <a:rPr lang="en-GB" dirty="0"/>
              <a:t> gets the next value in the array </a:t>
            </a:r>
            <a:r>
              <a:rPr lang="en-GB" dirty="0" err="1"/>
              <a:t>nums</a:t>
            </a:r>
            <a:r>
              <a:rPr lang="en-GB" dirty="0"/>
              <a:t> starting from the first till the last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2313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6441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Promise is an object, although creating one involves passing a function</a:t>
            </a:r>
            <a:br>
              <a:rPr lang="en-GB" dirty="0"/>
            </a:br>
            <a:r>
              <a:rPr lang="en-GB" dirty="0" err="1"/>
              <a:t>src</a:t>
            </a:r>
            <a:r>
              <a:rPr lang="en-GB" dirty="0"/>
              <a:t>: https://medium.com/@pravngaur/javascript-promises-66685250d657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543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Promise is an object, although creating one involves passing a function</a:t>
            </a:r>
            <a:br>
              <a:rPr lang="en-GB" dirty="0"/>
            </a:br>
            <a:r>
              <a:rPr lang="en-GB" dirty="0" err="1"/>
              <a:t>src</a:t>
            </a:r>
            <a:r>
              <a:rPr lang="en-GB" dirty="0"/>
              <a:t>: https://medium.com/@pravngaur/javascript-promises-66685250d657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A156D-6E2C-4931-ADF5-C176C3444A1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712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AB9B-88BA-3B3C-FCF3-17B13BF49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Advanced Client-Side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085B6-7932-2B68-4A78-F52341279F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Advanced JavaScript Concepts</a:t>
            </a:r>
          </a:p>
          <a:p>
            <a:r>
              <a:rPr lang="en-GB" dirty="0"/>
              <a:t>By Ebad Majeed</a:t>
            </a:r>
          </a:p>
        </p:txBody>
      </p:sp>
    </p:spTree>
    <p:extLst>
      <p:ext uri="{BB962C8B-B14F-4D97-AF65-F5344CB8AC3E}">
        <p14:creationId xmlns:p14="http://schemas.microsoft.com/office/powerpoint/2010/main" val="2685358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is it important?</a:t>
            </a:r>
          </a:p>
          <a:p>
            <a:pPr lvl="1"/>
            <a:r>
              <a:rPr lang="en-GB" dirty="0"/>
              <a:t>It's necessary to understand these to become more  proficient as a developer in modern JavaScript.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AFC89-80E1-DF86-F28F-37FABAFE6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360" y="3639021"/>
            <a:ext cx="5431278" cy="204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90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/>
              <a:t>High Level Review</a:t>
            </a:r>
          </a:p>
          <a:p>
            <a:r>
              <a:rPr lang="en-GB" sz="2800" dirty="0"/>
              <a:t>Arrow Functions</a:t>
            </a:r>
          </a:p>
          <a:p>
            <a:r>
              <a:rPr lang="en-GB" sz="2800" dirty="0"/>
              <a:t>The Spread Operator and Rest Parameter Syntax</a:t>
            </a:r>
          </a:p>
          <a:p>
            <a:r>
              <a:rPr lang="en-GB" sz="2800" dirty="0" err="1"/>
              <a:t>Destructuring</a:t>
            </a:r>
            <a:endParaRPr lang="en-GB" sz="2800" dirty="0"/>
          </a:p>
          <a:p>
            <a:r>
              <a:rPr lang="en-GB" sz="2800" dirty="0"/>
              <a:t>Map(), filter() and reduce()</a:t>
            </a:r>
          </a:p>
          <a:p>
            <a:r>
              <a:rPr lang="en-GB" sz="2800" dirty="0"/>
              <a:t>Promise</a:t>
            </a:r>
          </a:p>
        </p:txBody>
      </p:sp>
    </p:spTree>
    <p:extLst>
      <p:ext uri="{BB962C8B-B14F-4D97-AF65-F5344CB8AC3E}">
        <p14:creationId xmlns:p14="http://schemas.microsoft.com/office/powerpoint/2010/main" val="410581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Prerequisites: </a:t>
            </a:r>
          </a:p>
          <a:p>
            <a:pPr lvl="1"/>
            <a:r>
              <a:rPr lang="en-GB" dirty="0"/>
              <a:t>Functions </a:t>
            </a:r>
          </a:p>
          <a:p>
            <a:pPr lvl="1"/>
            <a:r>
              <a:rPr lang="en-GB" dirty="0"/>
              <a:t>this keyword </a:t>
            </a:r>
          </a:p>
          <a:p>
            <a:pPr lvl="1"/>
            <a:r>
              <a:rPr lang="en-GB" dirty="0"/>
              <a:t>Data Structures</a:t>
            </a:r>
          </a:p>
          <a:p>
            <a:pPr lvl="1"/>
            <a:r>
              <a:rPr lang="en-GB" dirty="0"/>
              <a:t>Ternary Conditionals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521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Normal Function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AFE8A-E2C3-2F17-5F0C-1724E950D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420" y="2987666"/>
            <a:ext cx="5297158" cy="28882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5810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keyword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547D0A-9E17-623B-DED9-5506A7E24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420" y="2969975"/>
            <a:ext cx="8531157" cy="27327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988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Structures</a:t>
            </a:r>
          </a:p>
          <a:p>
            <a:pPr lvl="1"/>
            <a:r>
              <a:rPr lang="en-GB" dirty="0"/>
              <a:t>Arrays</a:t>
            </a:r>
          </a:p>
          <a:p>
            <a:pPr lvl="1"/>
            <a:r>
              <a:rPr lang="en-GB" dirty="0"/>
              <a:t>Objects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A36FA-0F4C-12C6-BF55-DC454D134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424" y="2628067"/>
            <a:ext cx="4323150" cy="35187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2167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Ternary Conditional</a:t>
            </a:r>
          </a:p>
          <a:p>
            <a:pPr lvl="1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3DDD8-3908-9F64-5415-077C757E3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848" y="3027759"/>
            <a:ext cx="4834304" cy="3032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083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1724-83AE-11D0-5810-FA5ADB75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2463-A38F-8FDA-6D4A-8FC186E85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Prerequisites Examples</a:t>
            </a:r>
          </a:p>
        </p:txBody>
      </p:sp>
    </p:spTree>
    <p:extLst>
      <p:ext uri="{BB962C8B-B14F-4D97-AF65-F5344CB8AC3E}">
        <p14:creationId xmlns:p14="http://schemas.microsoft.com/office/powerpoint/2010/main" val="206527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1724-83AE-11D0-5810-FA5ADB75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2463-A38F-8FDA-6D4A-8FC186E85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Var, Let and </a:t>
            </a:r>
            <a:r>
              <a:rPr lang="en-GB" dirty="0" err="1"/>
              <a:t>Const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041ED-AEA5-B44D-0C1F-698C75245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648" y="2876431"/>
            <a:ext cx="6004702" cy="32703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0184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1724-83AE-11D0-5810-FA5ADB75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2463-A38F-8FDA-6D4A-8FC186E85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Template Literals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6E4851-D722-AAD1-16D6-CA82CC84A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315" y="2955926"/>
            <a:ext cx="8839200" cy="3190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18590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Arrow Functions</a:t>
            </a:r>
          </a:p>
          <a:p>
            <a:pPr lvl="1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4D806-F8CA-6A79-B9DB-3EF5E4F96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728" y="2866177"/>
            <a:ext cx="4110544" cy="32806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85035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Different Arrow Functions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29F3D-E1D2-98A5-207F-8F9372594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932" y="2556932"/>
            <a:ext cx="4123719" cy="35346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11210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Spread Operator and rest parameter syntax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F85B2-A81D-BA9A-C954-396EAEB3E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94" y="3003272"/>
            <a:ext cx="7072009" cy="27375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9472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Need for Spread Operator?</a:t>
            </a:r>
          </a:p>
          <a:p>
            <a:r>
              <a:rPr lang="en-GB" dirty="0">
                <a:solidFill>
                  <a:srgbClr val="FF0000"/>
                </a:solidFill>
              </a:rPr>
              <a:t>What’s the issue with this code?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C988B-96B2-86A5-5E13-1B50A32F1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4" y="3641387"/>
            <a:ext cx="3790950" cy="1676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2598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Solution to shallow copy?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C97BF-F498-96EB-93A5-169CAA09E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444" y="3429000"/>
            <a:ext cx="3638550" cy="18669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78239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rest parameter syntax</a:t>
            </a:r>
          </a:p>
          <a:p>
            <a:r>
              <a:rPr lang="en-GB" dirty="0"/>
              <a:t>Need?</a:t>
            </a:r>
          </a:p>
          <a:p>
            <a:r>
              <a:rPr lang="en-GB" dirty="0">
                <a:solidFill>
                  <a:srgbClr val="FF0000"/>
                </a:solidFill>
              </a:rPr>
              <a:t>Issue?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7CC17A-AFEF-4358-D863-B505376C6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684" y="3317133"/>
            <a:ext cx="4186632" cy="22584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3183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rest parameter syntax </a:t>
            </a:r>
          </a:p>
          <a:p>
            <a:r>
              <a:rPr lang="en-GB" dirty="0"/>
              <a:t>Solution</a:t>
            </a:r>
          </a:p>
          <a:p>
            <a:pPr lvl="1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23A50-66DC-FC63-258A-D3BA7520D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299" y="3041651"/>
            <a:ext cx="4343400" cy="3105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30724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Spread Operator vs rest parameter syntax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D641A-F7D5-F4CD-7B24-9A552DE34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732" y="3060156"/>
            <a:ext cx="6624536" cy="3016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6110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Destructuring</a:t>
            </a:r>
            <a:endParaRPr lang="en-GB" dirty="0"/>
          </a:p>
          <a:p>
            <a:pPr lvl="1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6C0629-3445-152F-62AE-356E9479B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364" y="2651158"/>
            <a:ext cx="5272627" cy="3495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4284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map() 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B4CD9-0686-5A1A-64A6-920FF172E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333" y="3142237"/>
            <a:ext cx="9744075" cy="2305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240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filter()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98BDD-935E-6342-C0D3-97214A4BB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715" y="2659020"/>
            <a:ext cx="7480570" cy="32168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14888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reduce()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32C00-CB69-83A7-372A-671486797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4" y="3254375"/>
            <a:ext cx="9772650" cy="1924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13081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map() vs filter() vs reduce()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8BE84-918D-4B9A-901D-F181DF099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203" y="3004944"/>
            <a:ext cx="5691594" cy="3141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3607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promise</a:t>
            </a:r>
          </a:p>
          <a:p>
            <a:pPr lvl="1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233597-B224-8776-51CB-C0AB11BE5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339" y="2556932"/>
            <a:ext cx="5861320" cy="33751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71536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FA11-A337-1E22-B862-BABF89AD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0DB8-F81F-9567-91B8-368999D9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Advanced Concepts Examples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2383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F825-71A9-2006-8099-FA30204D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E8371-F136-A3A9-DEDE-50C712973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056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267</TotalTime>
  <Words>395</Words>
  <Application>Microsoft Office PowerPoint</Application>
  <PresentationFormat>Widescreen</PresentationFormat>
  <Paragraphs>100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Garamond</vt:lpstr>
      <vt:lpstr>Organic</vt:lpstr>
      <vt:lpstr>Advanced Client-Side Development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Advanced JavaScript</vt:lpstr>
      <vt:lpstr>Any Questions!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Ebad Majeed</dc:creator>
  <cp:lastModifiedBy>Ebad Majeed</cp:lastModifiedBy>
  <cp:revision>10</cp:revision>
  <dcterms:created xsi:type="dcterms:W3CDTF">2024-10-21T23:00:03Z</dcterms:created>
  <dcterms:modified xsi:type="dcterms:W3CDTF">2024-10-22T07:16:27Z</dcterms:modified>
</cp:coreProperties>
</file>