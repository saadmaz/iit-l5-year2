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6"/>
  </p:notesMasterIdLst>
  <p:sldIdLst>
    <p:sldId id="257" r:id="rId2"/>
    <p:sldId id="270" r:id="rId3"/>
    <p:sldId id="271" r:id="rId4"/>
    <p:sldId id="272" r:id="rId5"/>
    <p:sldId id="273" r:id="rId6"/>
    <p:sldId id="274" r:id="rId7"/>
    <p:sldId id="275" r:id="rId8"/>
    <p:sldId id="276" r:id="rId9"/>
    <p:sldId id="277" r:id="rId10"/>
    <p:sldId id="278" r:id="rId11"/>
    <p:sldId id="279" r:id="rId12"/>
    <p:sldId id="280" r:id="rId13"/>
    <p:sldId id="282" r:id="rId14"/>
    <p:sldId id="283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9228" autoAdjust="0"/>
  </p:normalViewPr>
  <p:slideViewPr>
    <p:cSldViewPr snapToGrid="0">
      <p:cViewPr varScale="1">
        <p:scale>
          <a:sx n="76" d="100"/>
          <a:sy n="76" d="100"/>
        </p:scale>
        <p:origin x="94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3D30EF-15D9-4DBF-A339-4373C46CE087}" type="datetimeFigureOut">
              <a:rPr lang="en-GB" smtClean="0"/>
              <a:t>05/12/2023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6CBF84-00E5-47B8-9B8D-20B79159FD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5953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Many to many relationship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6CBF84-00E5-47B8-9B8D-20B79159FD49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95468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Microsoft.EntityFrameworkCore.Tools</a:t>
            </a:r>
            <a:endParaRPr lang="en-US" dirty="0"/>
          </a:p>
          <a:p>
            <a:r>
              <a:rPr lang="en-US" dirty="0" err="1"/>
              <a:t>Microsoft.EntityFrameworkCore.SqlServer</a:t>
            </a:r>
            <a:endParaRPr lang="en-US" dirty="0"/>
          </a:p>
          <a:p>
            <a:r>
              <a:rPr lang="en-US" b="0" i="0" dirty="0" err="1">
                <a:solidFill>
                  <a:srgbClr val="FFFFFF"/>
                </a:solidFill>
                <a:effectLst/>
                <a:latin typeface="Söhne Mono"/>
              </a:rPr>
              <a:t>Microsoft.AspNetCore.Cors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6CBF84-00E5-47B8-9B8D-20B79159FD49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43357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12/5/2023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12/5/2023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12/5/2023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12/5/2023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12/5/2023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12/5/2023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12/5/2023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Advanced Client-Side Development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Setting up an API, Fetching Data with </a:t>
            </a:r>
            <a:r>
              <a:rPr lang="en-US" dirty="0" err="1"/>
              <a:t>Axios</a:t>
            </a:r>
            <a:r>
              <a:rPr lang="en-US" dirty="0"/>
              <a:t>, Display API data, CRUD operations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61790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Prerequisites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Visual Studio 2017 (Version 15.7 or later)</a:t>
            </a:r>
          </a:p>
          <a:p>
            <a:r>
              <a:rPr lang="en-US" dirty="0"/>
              <a:t>.NET Core SDK 2.1</a:t>
            </a:r>
          </a:p>
          <a:p>
            <a:r>
              <a:rPr lang="en-US" dirty="0"/>
              <a:t>MS SQL Server Management Studio</a:t>
            </a:r>
          </a:p>
          <a:p>
            <a:r>
              <a:rPr lang="en-US" dirty="0"/>
              <a:t>SQL Server</a:t>
            </a:r>
          </a:p>
          <a:p>
            <a:r>
              <a:rPr lang="en-US" dirty="0"/>
              <a:t>Workloads</a:t>
            </a:r>
          </a:p>
          <a:p>
            <a:pPr lvl="1"/>
            <a:r>
              <a:rPr lang="en-US" dirty="0"/>
              <a:t>ASP.NET and web development (under Web &amp; Cloud)</a:t>
            </a:r>
          </a:p>
          <a:p>
            <a:pPr lvl="1"/>
            <a:r>
              <a:rPr lang="en-US" dirty="0"/>
              <a:t>.NET Core cross-platform development (under Other Toolsets)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935486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Sequence (Backend)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Creating a new Database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Create New Project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Adding the Database Connection string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Create Model based on Database </a:t>
            </a:r>
          </a:p>
          <a:p>
            <a:pPr lvl="1"/>
            <a:r>
              <a:rPr lang="en-US" dirty="0"/>
              <a:t>Will add </a:t>
            </a:r>
            <a:r>
              <a:rPr lang="en-US" dirty="0" err="1"/>
              <a:t>DBContext</a:t>
            </a:r>
            <a:r>
              <a:rPr lang="en-US" dirty="0"/>
              <a:t> model class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Registering the context with dependency injection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Adding the Controllers</a:t>
            </a:r>
          </a:p>
        </p:txBody>
      </p:sp>
    </p:spTree>
    <p:extLst>
      <p:ext uri="{BB962C8B-B14F-4D97-AF65-F5344CB8AC3E}">
        <p14:creationId xmlns:p14="http://schemas.microsoft.com/office/powerpoint/2010/main" val="3219828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Database Tables (</a:t>
            </a:r>
            <a:r>
              <a:rPr lang="en-US" dirty="0">
                <a:solidFill>
                  <a:srgbClr val="FF0000"/>
                </a:solidFill>
              </a:rPr>
              <a:t>Student Only</a:t>
            </a:r>
            <a:r>
              <a:rPr lang="en-US" dirty="0"/>
              <a:t>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2556932"/>
            <a:ext cx="4062210" cy="3318936"/>
          </a:xfrm>
        </p:spPr>
        <p:txBody>
          <a:bodyPr>
            <a:normAutofit/>
          </a:bodyPr>
          <a:lstStyle/>
          <a:p>
            <a:r>
              <a:rPr lang="en-US" dirty="0"/>
              <a:t>Student</a:t>
            </a:r>
          </a:p>
          <a:p>
            <a:pPr lvl="1"/>
            <a:r>
              <a:rPr lang="en-US" dirty="0"/>
              <a:t>ID</a:t>
            </a:r>
          </a:p>
          <a:p>
            <a:pPr lvl="1"/>
            <a:r>
              <a:rPr lang="en-US" dirty="0" err="1"/>
              <a:t>FirstName</a:t>
            </a:r>
            <a:endParaRPr lang="en-US" dirty="0"/>
          </a:p>
          <a:p>
            <a:pPr lvl="1"/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 err="1"/>
              <a:t>EnrollmentDate</a:t>
            </a: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5357611" y="2556932"/>
            <a:ext cx="553898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Course</a:t>
            </a:r>
          </a:p>
          <a:p>
            <a:pPr lvl="1"/>
            <a:r>
              <a:rPr lang="en-US" dirty="0" err="1"/>
              <a:t>CourseID</a:t>
            </a:r>
            <a:endParaRPr lang="en-US" dirty="0"/>
          </a:p>
          <a:p>
            <a:pPr lvl="1"/>
            <a:r>
              <a:rPr lang="en-US" dirty="0"/>
              <a:t>Title</a:t>
            </a:r>
          </a:p>
          <a:p>
            <a:pPr lvl="1"/>
            <a:r>
              <a:rPr lang="en-US" dirty="0"/>
              <a:t>Credits</a:t>
            </a:r>
          </a:p>
          <a:p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851496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Breaking the many to many relationship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Enrollment</a:t>
            </a:r>
          </a:p>
          <a:p>
            <a:pPr lvl="1"/>
            <a:r>
              <a:rPr lang="en-US" dirty="0" err="1"/>
              <a:t>EnrollmentID</a:t>
            </a:r>
            <a:endParaRPr lang="en-US" dirty="0"/>
          </a:p>
          <a:p>
            <a:pPr lvl="1"/>
            <a:r>
              <a:rPr lang="en-US" dirty="0" err="1"/>
              <a:t>CourseID</a:t>
            </a:r>
            <a:endParaRPr lang="en-US" dirty="0"/>
          </a:p>
          <a:p>
            <a:pPr lvl="1"/>
            <a:r>
              <a:rPr lang="en-US" dirty="0" err="1"/>
              <a:t>StudentID</a:t>
            </a:r>
            <a:endParaRPr lang="en-US" dirty="0"/>
          </a:p>
          <a:p>
            <a:pPr lvl="1"/>
            <a:r>
              <a:rPr lang="en-US" dirty="0"/>
              <a:t>Grade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8113" y="2556932"/>
            <a:ext cx="4433888" cy="3282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2463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new Project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Open Visual Studio and </a:t>
            </a:r>
            <a:r>
              <a:rPr lang="en-US" b="1" dirty="0"/>
              <a:t>File -&gt; New -&gt; Project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Select MVC model inside a Core Website template.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272665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Check connection with Server and Database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Tools –&gt; Add SQL Server</a:t>
            </a:r>
          </a:p>
          <a:p>
            <a:pPr lvl="1"/>
            <a:r>
              <a:rPr lang="en-US" dirty="0"/>
              <a:t>Data Source</a:t>
            </a:r>
          </a:p>
          <a:p>
            <a:pPr lvl="2"/>
            <a:r>
              <a:rPr lang="en-US" dirty="0"/>
              <a:t>Microsoft SQL Server (</a:t>
            </a:r>
            <a:r>
              <a:rPr lang="en-US" dirty="0" err="1"/>
              <a:t>SqlClient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Server Name</a:t>
            </a:r>
          </a:p>
          <a:p>
            <a:pPr lvl="2"/>
            <a:r>
              <a:rPr lang="en-US" dirty="0"/>
              <a:t>DELL-INSPIRON (Whatever your server name is)</a:t>
            </a:r>
          </a:p>
          <a:p>
            <a:pPr lvl="1"/>
            <a:r>
              <a:rPr lang="en-US" dirty="0"/>
              <a:t>Database Name</a:t>
            </a:r>
          </a:p>
          <a:p>
            <a:pPr lvl="2"/>
            <a:r>
              <a:rPr lang="en-US" dirty="0"/>
              <a:t>School (In which our three tables are present)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60190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the Database connection string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</a:t>
            </a:r>
            <a:r>
              <a:rPr lang="en-US" dirty="0" err="1"/>
              <a:t>appsettings.json</a:t>
            </a:r>
            <a:r>
              <a:rPr lang="en-US" dirty="0"/>
              <a:t> project file we add connection string to our Database Server (Please note that you would write your own credentials):</a:t>
            </a:r>
          </a:p>
          <a:p>
            <a:pPr marL="457200" lvl="1" indent="0">
              <a:buNone/>
            </a:pPr>
            <a:r>
              <a:rPr lang="en-GB" dirty="0"/>
              <a:t>"</a:t>
            </a:r>
            <a:r>
              <a:rPr lang="en-GB" dirty="0" err="1"/>
              <a:t>ConnectionStrings</a:t>
            </a:r>
            <a:r>
              <a:rPr lang="en-GB" dirty="0"/>
              <a:t>": {</a:t>
            </a:r>
          </a:p>
          <a:p>
            <a:pPr marL="457200" lvl="1" indent="0">
              <a:buNone/>
            </a:pPr>
            <a:r>
              <a:rPr lang="en-GB" dirty="0"/>
              <a:t>      "</a:t>
            </a:r>
            <a:r>
              <a:rPr lang="en-GB" dirty="0">
                <a:solidFill>
                  <a:schemeClr val="accent1"/>
                </a:solidFill>
              </a:rPr>
              <a:t>Connection</a:t>
            </a:r>
            <a:r>
              <a:rPr lang="en-GB" dirty="0"/>
              <a:t>": "Server=</a:t>
            </a:r>
            <a:r>
              <a:rPr lang="en-GB" dirty="0" err="1"/>
              <a:t>DELL-INSPIRON;Database</a:t>
            </a:r>
            <a:r>
              <a:rPr lang="en-GB" dirty="0"/>
              <a:t>=</a:t>
            </a:r>
            <a:r>
              <a:rPr lang="en-GB" dirty="0" err="1"/>
              <a:t>School;Trusted_Connection</a:t>
            </a:r>
            <a:r>
              <a:rPr lang="en-GB" dirty="0"/>
              <a:t>=True;"</a:t>
            </a:r>
          </a:p>
          <a:p>
            <a:pPr marL="457200" lvl="1" indent="0">
              <a:buNone/>
            </a:pPr>
            <a:r>
              <a:rPr lang="en-GB" dirty="0"/>
              <a:t>  }</a:t>
            </a:r>
          </a:p>
          <a:p>
            <a:pPr marL="457200" lvl="1" indent="0">
              <a:buNone/>
            </a:pPr>
            <a:r>
              <a:rPr lang="en-US" dirty="0"/>
              <a:t>//</a:t>
            </a:r>
            <a:r>
              <a:rPr lang="en-GB" dirty="0"/>
              <a:t>DELL-INSPIRON is my server name could be different depending on what your //server name is + Database will be created for you with this name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64783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Model based on Database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Tools –&gt; </a:t>
            </a:r>
            <a:r>
              <a:rPr lang="en-US" b="1" dirty="0" err="1"/>
              <a:t>NuGet</a:t>
            </a:r>
            <a:r>
              <a:rPr lang="en-US" b="1" dirty="0"/>
              <a:t> Package Manager –&gt; Package Manager Console</a:t>
            </a:r>
            <a:endParaRPr lang="en-US" dirty="0"/>
          </a:p>
          <a:p>
            <a:r>
              <a:rPr lang="en-US" dirty="0"/>
              <a:t>Run the following command to create a model from the existing database:</a:t>
            </a:r>
          </a:p>
          <a:p>
            <a:pPr lvl="1"/>
            <a:r>
              <a:rPr lang="en-GB" dirty="0"/>
              <a:t>Scaffold-</a:t>
            </a:r>
            <a:r>
              <a:rPr lang="en-GB" dirty="0" err="1"/>
              <a:t>DbContext</a:t>
            </a:r>
            <a:r>
              <a:rPr lang="en-GB" dirty="0"/>
              <a:t>  -Connection name=</a:t>
            </a:r>
            <a:r>
              <a:rPr lang="en-GB" dirty="0">
                <a:solidFill>
                  <a:schemeClr val="accent1"/>
                </a:solidFill>
              </a:rPr>
              <a:t>Connection</a:t>
            </a:r>
            <a:r>
              <a:rPr lang="en-GB" dirty="0"/>
              <a:t> -Provider </a:t>
            </a:r>
            <a:r>
              <a:rPr lang="en-GB" dirty="0" err="1"/>
              <a:t>Microsoft.EntityFrameworkCore.SqlServer</a:t>
            </a:r>
            <a:r>
              <a:rPr lang="en-GB" dirty="0"/>
              <a:t> -</a:t>
            </a:r>
            <a:r>
              <a:rPr lang="en-GB" dirty="0" err="1"/>
              <a:t>OutputDir</a:t>
            </a:r>
            <a:r>
              <a:rPr lang="en-GB" dirty="0"/>
              <a:t> Models</a:t>
            </a:r>
            <a:endParaRPr lang="en-U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679247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Registering the context with Dependency Injection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</a:t>
            </a:r>
            <a:r>
              <a:rPr lang="en-US" dirty="0" err="1"/>
              <a:t>startup.cs</a:t>
            </a:r>
            <a:r>
              <a:rPr lang="en-US" dirty="0"/>
              <a:t> project file we add this code in </a:t>
            </a:r>
            <a:r>
              <a:rPr lang="en-US" dirty="0" err="1"/>
              <a:t>ConfigureServices</a:t>
            </a:r>
            <a:r>
              <a:rPr lang="en-US" dirty="0"/>
              <a:t> method</a:t>
            </a:r>
          </a:p>
          <a:p>
            <a:pPr lvl="1"/>
            <a:r>
              <a:rPr lang="en-GB" dirty="0" err="1"/>
              <a:t>services.AddDbContext</a:t>
            </a:r>
            <a:r>
              <a:rPr lang="en-GB" dirty="0"/>
              <a:t>&lt;</a:t>
            </a:r>
            <a:r>
              <a:rPr lang="en-GB" dirty="0" err="1"/>
              <a:t>SchoolContext</a:t>
            </a:r>
            <a:r>
              <a:rPr lang="en-GB" dirty="0"/>
              <a:t>&gt;(options =&gt; </a:t>
            </a:r>
            <a:r>
              <a:rPr lang="en-GB" dirty="0" err="1"/>
              <a:t>options.UseSqlServer</a:t>
            </a:r>
            <a:r>
              <a:rPr lang="en-GB" dirty="0"/>
              <a:t>(</a:t>
            </a:r>
            <a:r>
              <a:rPr lang="en-GB" dirty="0" err="1"/>
              <a:t>Configuration.GetConnectionString</a:t>
            </a:r>
            <a:r>
              <a:rPr lang="en-GB" dirty="0"/>
              <a:t>("</a:t>
            </a:r>
            <a:r>
              <a:rPr lang="en-GB" dirty="0">
                <a:solidFill>
                  <a:schemeClr val="accent1"/>
                </a:solidFill>
              </a:rPr>
              <a:t>Connection</a:t>
            </a:r>
            <a:r>
              <a:rPr lang="en-GB" dirty="0"/>
              <a:t>")));</a:t>
            </a:r>
          </a:p>
        </p:txBody>
      </p:sp>
    </p:spTree>
    <p:extLst>
      <p:ext uri="{BB962C8B-B14F-4D97-AF65-F5344CB8AC3E}">
        <p14:creationId xmlns:p14="http://schemas.microsoft.com/office/powerpoint/2010/main" val="6658230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the Controllers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Right click on the Controller folder in your project and add Controller:</a:t>
            </a:r>
            <a:endParaRPr lang="en-GB" dirty="0"/>
          </a:p>
          <a:p>
            <a:pPr lvl="1"/>
            <a:r>
              <a:rPr lang="en-US" dirty="0"/>
              <a:t>Select API Controller, using Entity Framework</a:t>
            </a:r>
          </a:p>
        </p:txBody>
      </p:sp>
    </p:spTree>
    <p:extLst>
      <p:ext uri="{BB962C8B-B14F-4D97-AF65-F5344CB8AC3E}">
        <p14:creationId xmlns:p14="http://schemas.microsoft.com/office/powerpoint/2010/main" val="24065834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D2B20-FB97-C547-4D81-40369847E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Configure CORS in your </a:t>
            </a:r>
            <a:r>
              <a:rPr lang="en-US" dirty="0" err="1"/>
              <a:t>Startup.cs</a:t>
            </a:r>
            <a:r>
              <a:rPr lang="en-US" dirty="0"/>
              <a:t> file: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813C77-6118-0BA9-02B2-D869243B7D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In the </a:t>
            </a:r>
            <a:r>
              <a:rPr lang="en-US" dirty="0" err="1"/>
              <a:t>ConfigureServices</a:t>
            </a:r>
            <a:r>
              <a:rPr lang="en-US" dirty="0"/>
              <a:t> method of your </a:t>
            </a:r>
            <a:r>
              <a:rPr lang="en-US" dirty="0" err="1"/>
              <a:t>Startup.cs</a:t>
            </a:r>
            <a:r>
              <a:rPr lang="en-US" dirty="0"/>
              <a:t> file, add the following code to enable CORS:</a:t>
            </a:r>
          </a:p>
          <a:p>
            <a:r>
              <a:rPr lang="en-US" dirty="0" err="1"/>
              <a:t>services.AddCors</a:t>
            </a:r>
            <a:r>
              <a:rPr lang="en-US" dirty="0"/>
              <a:t>(options =&gt;</a:t>
            </a:r>
          </a:p>
          <a:p>
            <a:r>
              <a:rPr lang="en-US" dirty="0"/>
              <a:t>    {</a:t>
            </a:r>
          </a:p>
          <a:p>
            <a:r>
              <a:rPr lang="en-US" dirty="0"/>
              <a:t>        </a:t>
            </a:r>
            <a:r>
              <a:rPr lang="en-US" dirty="0" err="1"/>
              <a:t>options.AddPolicy</a:t>
            </a:r>
            <a:r>
              <a:rPr lang="en-US" dirty="0"/>
              <a:t>("</a:t>
            </a:r>
            <a:r>
              <a:rPr lang="en-US" dirty="0" err="1"/>
              <a:t>AllowReactApp</a:t>
            </a:r>
            <a:r>
              <a:rPr lang="en-US" dirty="0"/>
              <a:t>",</a:t>
            </a:r>
          </a:p>
          <a:p>
            <a:r>
              <a:rPr lang="en-US" dirty="0"/>
              <a:t>            builder =&gt;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</a:t>
            </a:r>
            <a:r>
              <a:rPr lang="en-US" dirty="0" err="1"/>
              <a:t>builder.WithOrigins</a:t>
            </a:r>
            <a:r>
              <a:rPr lang="en-US" dirty="0"/>
              <a:t>("http://localhost:3000")</a:t>
            </a:r>
          </a:p>
          <a:p>
            <a:r>
              <a:rPr lang="en-US" dirty="0"/>
              <a:t>                       .</a:t>
            </a:r>
            <a:r>
              <a:rPr lang="en-US" dirty="0" err="1"/>
              <a:t>AllowAnyHeader</a:t>
            </a:r>
            <a:r>
              <a:rPr lang="en-US" dirty="0"/>
              <a:t>()</a:t>
            </a:r>
          </a:p>
          <a:p>
            <a:r>
              <a:rPr lang="en-US" dirty="0"/>
              <a:t>                       .</a:t>
            </a:r>
            <a:r>
              <a:rPr lang="en-US" dirty="0" err="1"/>
              <a:t>AllowAnyMethod</a:t>
            </a:r>
            <a:r>
              <a:rPr lang="en-US" dirty="0"/>
              <a:t>();</a:t>
            </a:r>
          </a:p>
          <a:p>
            <a:r>
              <a:rPr lang="en-US" dirty="0"/>
              <a:t>            });</a:t>
            </a:r>
          </a:p>
          <a:p>
            <a:r>
              <a:rPr lang="en-US" dirty="0"/>
              <a:t>    });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9900711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D2B20-FB97-C547-4D81-40369847E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Configure CORS in your </a:t>
            </a:r>
            <a:r>
              <a:rPr lang="en-US" dirty="0" err="1"/>
              <a:t>Startup.cs</a:t>
            </a:r>
            <a:r>
              <a:rPr lang="en-US" dirty="0"/>
              <a:t> file: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813C77-6118-0BA9-02B2-D869243B7D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the Configure method, make sure to use </a:t>
            </a:r>
            <a:r>
              <a:rPr lang="en-US" dirty="0" err="1"/>
              <a:t>UseCors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before </a:t>
            </a:r>
            <a:r>
              <a:rPr lang="en-US" dirty="0" err="1">
                <a:solidFill>
                  <a:srgbClr val="FF0000"/>
                </a:solidFill>
              </a:rPr>
              <a:t>UseEndpoints</a:t>
            </a:r>
            <a:r>
              <a:rPr lang="en-US" dirty="0"/>
              <a:t>:</a:t>
            </a:r>
          </a:p>
          <a:p>
            <a:r>
              <a:rPr lang="en-US" dirty="0" err="1"/>
              <a:t>app.UseCors</a:t>
            </a:r>
            <a:r>
              <a:rPr lang="en-US" dirty="0"/>
              <a:t>("</a:t>
            </a:r>
            <a:r>
              <a:rPr lang="en-US" dirty="0" err="1"/>
              <a:t>AllowReactApp</a:t>
            </a:r>
            <a:r>
              <a:rPr lang="en-US" dirty="0"/>
              <a:t>");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1312582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46640-F3F1-3B72-0E04-415747EB1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react app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FCAB2-70EF-7667-DB5E-3553E1D707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Create-react-app interface</a:t>
            </a:r>
          </a:p>
          <a:p>
            <a:r>
              <a:rPr lang="en-US" dirty="0" err="1"/>
              <a:t>Npm</a:t>
            </a:r>
            <a:r>
              <a:rPr lang="en-US" dirty="0"/>
              <a:t> install </a:t>
            </a:r>
            <a:r>
              <a:rPr lang="en-US" dirty="0" err="1"/>
              <a:t>axios</a:t>
            </a:r>
            <a:endParaRPr lang="en-US" dirty="0"/>
          </a:p>
          <a:p>
            <a:r>
              <a:rPr lang="en-US" dirty="0"/>
              <a:t>Get the components, </a:t>
            </a:r>
            <a:r>
              <a:rPr lang="en-US" dirty="0" err="1"/>
              <a:t>apiConfig</a:t>
            </a:r>
            <a:r>
              <a:rPr lang="en-US" dirty="0"/>
              <a:t> and app from blackboard</a:t>
            </a:r>
          </a:p>
          <a:p>
            <a:pPr lvl="1"/>
            <a:r>
              <a:rPr lang="en-US" dirty="0"/>
              <a:t>Understanding the react code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18789399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2159</TotalTime>
  <Words>516</Words>
  <Application>Microsoft Office PowerPoint</Application>
  <PresentationFormat>Widescreen</PresentationFormat>
  <Paragraphs>87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Garamond</vt:lpstr>
      <vt:lpstr>Söhne Mono</vt:lpstr>
      <vt:lpstr>Organic</vt:lpstr>
      <vt:lpstr>Advanced Client-Side Development</vt:lpstr>
      <vt:lpstr>Prerequisites </vt:lpstr>
      <vt:lpstr>Sequence (Backend)</vt:lpstr>
      <vt:lpstr>Creating Database Tables (Student Only)</vt:lpstr>
      <vt:lpstr>Breaking the many to many relationship</vt:lpstr>
      <vt:lpstr>Creating a new Project</vt:lpstr>
      <vt:lpstr>Check connection with Server and Database</vt:lpstr>
      <vt:lpstr>Adding the Database connection string</vt:lpstr>
      <vt:lpstr>Create Model based on Database</vt:lpstr>
      <vt:lpstr>Registering the context with Dependency Injection</vt:lpstr>
      <vt:lpstr>Adding the Controllers</vt:lpstr>
      <vt:lpstr>Configure CORS in your Startup.cs file:</vt:lpstr>
      <vt:lpstr>Configure CORS in your Startup.cs file:</vt:lpstr>
      <vt:lpstr>Create react app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Programming</dc:title>
  <dc:creator>Ebad Majeed</dc:creator>
  <cp:lastModifiedBy>Ebad Majeed</cp:lastModifiedBy>
  <cp:revision>25</cp:revision>
  <dcterms:created xsi:type="dcterms:W3CDTF">2019-05-01T18:57:36Z</dcterms:created>
  <dcterms:modified xsi:type="dcterms:W3CDTF">2023-12-05T07:17:19Z</dcterms:modified>
</cp:coreProperties>
</file>